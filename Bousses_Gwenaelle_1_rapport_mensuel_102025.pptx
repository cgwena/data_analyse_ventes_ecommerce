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5" r:id="rId1"/>
  </p:sldMasterIdLst>
  <p:notesMasterIdLst>
    <p:notesMasterId r:id="rId7"/>
  </p:notesMasterIdLst>
  <p:sldIdLst>
    <p:sldId id="256" r:id="rId2"/>
    <p:sldId id="259" r:id="rId3"/>
    <p:sldId id="260" r:id="rId4"/>
    <p:sldId id="261" r:id="rId5"/>
    <p:sldId id="25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752"/>
  </p:normalViewPr>
  <p:slideViewPr>
    <p:cSldViewPr snapToGrid="0">
      <p:cViewPr varScale="1">
        <p:scale>
          <a:sx n="113" d="100"/>
          <a:sy n="113" d="100"/>
        </p:scale>
        <p:origin x="1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E0F0F-7272-FC41-B834-BA61527F200E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35DF3-BD95-C94A-BA88-27E82A3104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8412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35DF3-BD95-C94A-BA88-27E82A31046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7996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35DF3-BD95-C94A-BA88-27E82A31046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1375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35DF3-BD95-C94A-BA88-27E82A31046D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3450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35DF3-BD95-C94A-BA88-27E82A31046D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9613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35DF3-BD95-C94A-BA88-27E82A31046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0174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6D2ECA5C-A965-A841-AC57-0AF445409CC1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AA952B51-F214-9448-8783-DCD3BD5FA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362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CA5C-A965-A841-AC57-0AF445409CC1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2B51-F214-9448-8783-DCD3BD5FA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7877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CA5C-A965-A841-AC57-0AF445409CC1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2B51-F214-9448-8783-DCD3BD5FA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518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CA5C-A965-A841-AC57-0AF445409CC1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2B51-F214-9448-8783-DCD3BD5FA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2120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CA5C-A965-A841-AC57-0AF445409CC1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2B51-F214-9448-8783-DCD3BD5FA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1079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CA5C-A965-A841-AC57-0AF445409CC1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2B51-F214-9448-8783-DCD3BD5FA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9323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CA5C-A965-A841-AC57-0AF445409CC1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2B51-F214-9448-8783-DCD3BD5FA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2506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CA5C-A965-A841-AC57-0AF445409CC1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2B51-F214-9448-8783-DCD3BD5FA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1315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CA5C-A965-A841-AC57-0AF445409CC1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2B51-F214-9448-8783-DCD3BD5FA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0431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CA5C-A965-A841-AC57-0AF445409CC1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2B51-F214-9448-8783-DCD3BD5FA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1955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CA5C-A965-A841-AC57-0AF445409CC1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2B51-F214-9448-8783-DCD3BD5FA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9039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CA5C-A965-A841-AC57-0AF445409CC1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2B51-F214-9448-8783-DCD3BD5FA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9346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CA5C-A965-A841-AC57-0AF445409CC1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2B51-F214-9448-8783-DCD3BD5FA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9983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CA5C-A965-A841-AC57-0AF445409CC1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2B51-F214-9448-8783-DCD3BD5FA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2749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CA5C-A965-A841-AC57-0AF445409CC1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2B51-F214-9448-8783-DCD3BD5FA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4874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CA5C-A965-A841-AC57-0AF445409CC1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2B51-F214-9448-8783-DCD3BD5FA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9936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CA5C-A965-A841-AC57-0AF445409CC1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2B51-F214-9448-8783-DCD3BD5FA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033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D2ECA5C-A965-A841-AC57-0AF445409CC1}" type="datetimeFigureOut">
              <a:rPr lang="fr-FR" smtClean="0"/>
              <a:t>02/11/2025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AA952B51-F214-9448-8783-DCD3BD5FA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89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08" r:id="rId13"/>
    <p:sldLayoutId id="2147483809" r:id="rId14"/>
    <p:sldLayoutId id="2147483810" r:id="rId15"/>
    <p:sldLayoutId id="2147483811" r:id="rId16"/>
    <p:sldLayoutId id="21474838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194316E-BB9F-6802-AE6A-6E20B540992F}"/>
              </a:ext>
            </a:extLst>
          </p:cNvPr>
          <p:cNvSpPr txBox="1"/>
          <p:nvPr/>
        </p:nvSpPr>
        <p:spPr>
          <a:xfrm>
            <a:off x="8160773" y="1113062"/>
            <a:ext cx="3382297" cy="32819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Une forte augmentation des ventes… mais pas du chiffre d’affaire !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79ED99B-53F7-B052-F242-6B2A4D978F48}"/>
              </a:ext>
            </a:extLst>
          </p:cNvPr>
          <p:cNvSpPr txBox="1"/>
          <p:nvPr/>
        </p:nvSpPr>
        <p:spPr>
          <a:xfrm>
            <a:off x="8160773" y="4591665"/>
            <a:ext cx="3382298" cy="11501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b="0" i="0" kern="1200" cap="all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Graphique 2</a:t>
            </a:r>
          </a:p>
        </p:txBody>
      </p:sp>
      <p:pic>
        <p:nvPicPr>
          <p:cNvPr id="5" name="Image 4" descr="Une image contenant ligne, capture d’écran, Tracé, texte&#10;&#10;Le contenu généré par l’IA peut être incorrect.">
            <a:extLst>
              <a:ext uri="{FF2B5EF4-FFF2-40B4-BE49-F238E27FC236}">
                <a16:creationId xmlns:a16="http://schemas.microsoft.com/office/drawing/2014/main" id="{A817077C-B22E-ACA0-6B9A-185558EAA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523" y="1113063"/>
            <a:ext cx="5953386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6684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A992EA8-A2AE-480C-BFF9-7B1346439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6F97DA-7406-453D-9AB4-28B0891B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D171A9-30C8-4156-8EAF-50888EBE7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52A6C74-8DC4-4902-962C-0DAFD7F9B5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4C65DE-5132-426E-9E92-81CB9EFF8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63FE9C4-150E-4C97-A21E-53B7CD261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4DD7FA2-5B3A-4DD2-BA1A-735CC86BAA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11D6824-D097-439B-9956-5436E5111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5669AB50-4CAD-4D10-A09A-A0C01AF9E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9AE82B8-16DC-935B-8BBC-F7F16BF0C3F1}"/>
              </a:ext>
            </a:extLst>
          </p:cNvPr>
          <p:cNvSpPr txBox="1"/>
          <p:nvPr/>
        </p:nvSpPr>
        <p:spPr>
          <a:xfrm>
            <a:off x="8382055" y="1241266"/>
            <a:ext cx="3161016" cy="31537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Le taux de conversion s’effondre !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CCA1F22-C2DF-05BF-F08E-20FABBB07985}"/>
              </a:ext>
            </a:extLst>
          </p:cNvPr>
          <p:cNvSpPr txBox="1"/>
          <p:nvPr/>
        </p:nvSpPr>
        <p:spPr>
          <a:xfrm>
            <a:off x="8382055" y="4591665"/>
            <a:ext cx="3161016" cy="16223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b="0" i="0" kern="1200" cap="all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Graphique 3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8B27BBA-AE99-4D00-A26E-0B49DA4B3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898DFFC-9C98-4276-B117-1EECD56D1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D9DF6785-2B9D-478C-AB08-3A6258EF7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A9C1FA5F-1069-410C-ACE0-A24989171C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5" name="Image 4" descr="Une image contenant ligne, Tracé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7E7751F-C580-5E19-9230-CF9BDC4F5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659" y="1114621"/>
            <a:ext cx="5953387" cy="462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2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A992EA8-A2AE-480C-BFF9-7B1346439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6F97DA-7406-453D-9AB4-28B0891B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D171A9-30C8-4156-8EAF-50888EBE7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52A6C74-8DC4-4902-962C-0DAFD7F9B5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4C65DE-5132-426E-9E92-81CB9EFF8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63FE9C4-150E-4C97-A21E-53B7CD261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4DD7FA2-5B3A-4DD2-BA1A-735CC86BAA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11D6824-D097-439B-9956-5436E5111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5669AB50-4CAD-4D10-A09A-A0C01AF9E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4CECFF-3498-6B0F-830C-B5A20E179E82}"/>
              </a:ext>
            </a:extLst>
          </p:cNvPr>
          <p:cNvSpPr txBox="1"/>
          <p:nvPr/>
        </p:nvSpPr>
        <p:spPr>
          <a:xfrm>
            <a:off x="8382055" y="1241266"/>
            <a:ext cx="3161016" cy="31537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Un problème avec l’expérience client 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9D79434-6355-1B50-E23E-BFA8985B05FE}"/>
              </a:ext>
            </a:extLst>
          </p:cNvPr>
          <p:cNvSpPr txBox="1"/>
          <p:nvPr/>
        </p:nvSpPr>
        <p:spPr>
          <a:xfrm>
            <a:off x="8382055" y="4591665"/>
            <a:ext cx="3161016" cy="16223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b="0" i="0" kern="1200" cap="all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Graphique 15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8B27BBA-AE99-4D00-A26E-0B49DA4B3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898DFFC-9C98-4276-B117-1EECD56D1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D9DF6785-2B9D-478C-AB08-3A6258EF7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A9C1FA5F-1069-410C-ACE0-A24989171C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3" name="Image 2" descr="Une image contenant texte, diagramme, capture d’écran, Plan&#10;&#10;Le contenu généré par l’IA peut être incorrect.">
            <a:extLst>
              <a:ext uri="{FF2B5EF4-FFF2-40B4-BE49-F238E27FC236}">
                <a16:creationId xmlns:a16="http://schemas.microsoft.com/office/drawing/2014/main" id="{F05CAC51-7678-9692-F3B8-4ED789EF1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723" y="1114621"/>
            <a:ext cx="5951259" cy="462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538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A992EA8-A2AE-480C-BFF9-7B1346439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6F97DA-7406-453D-9AB4-28B0891B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D171A9-30C8-4156-8EAF-50888EBE7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52A6C74-8DC4-4902-962C-0DAFD7F9B5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4C65DE-5132-426E-9E92-81CB9EFF8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63FE9C4-150E-4C97-A21E-53B7CD261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4DD7FA2-5B3A-4DD2-BA1A-735CC86BAA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11D6824-D097-439B-9956-5436E5111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5669AB50-4CAD-4D10-A09A-A0C01AF9E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C63C9BF-12EE-D7C4-021B-F0B7791FBBE6}"/>
              </a:ext>
            </a:extLst>
          </p:cNvPr>
          <p:cNvSpPr txBox="1"/>
          <p:nvPr/>
        </p:nvSpPr>
        <p:spPr>
          <a:xfrm>
            <a:off x="8382055" y="1241266"/>
            <a:ext cx="3161016" cy="31537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0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Le panier moyen de nos clients…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86C6000-E474-40F7-4436-6CEF0048F94F}"/>
              </a:ext>
            </a:extLst>
          </p:cNvPr>
          <p:cNvSpPr txBox="1"/>
          <p:nvPr/>
        </p:nvSpPr>
        <p:spPr>
          <a:xfrm>
            <a:off x="8382055" y="4591665"/>
            <a:ext cx="3161016" cy="16223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b="0" i="0" kern="1200" cap="all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Graphique 7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8B27BBA-AE99-4D00-A26E-0B49DA4B3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898DFFC-9C98-4276-B117-1EECD56D1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D9DF6785-2B9D-478C-AB08-3A6258EF7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A9C1FA5F-1069-410C-ACE0-A24989171C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7" name="Image 6" descr="Une image contenant capture d’écran, visualisation&#10;&#10;Le contenu généré par l’IA peut être incorrect.">
            <a:extLst>
              <a:ext uri="{FF2B5EF4-FFF2-40B4-BE49-F238E27FC236}">
                <a16:creationId xmlns:a16="http://schemas.microsoft.com/office/drawing/2014/main" id="{B99C8C38-CC16-5675-748B-7CB315A11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54" y="723800"/>
            <a:ext cx="6956228" cy="54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64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A992EA8-A2AE-480C-BFF9-7B1346439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6F97DA-7406-453D-9AB4-28B0891B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D171A9-30C8-4156-8EAF-50888EBE7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52A6C74-8DC4-4902-962C-0DAFD7F9B5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4C65DE-5132-426E-9E92-81CB9EFF8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63FE9C4-150E-4C97-A21E-53B7CD261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4DD7FA2-5B3A-4DD2-BA1A-735CC86BAA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11D6824-D097-439B-9956-5436E5111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5669AB50-4CAD-4D10-A09A-A0C01AF9E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AF10623-9FE9-DDE6-57AA-F333D80E17CA}"/>
              </a:ext>
            </a:extLst>
          </p:cNvPr>
          <p:cNvSpPr txBox="1"/>
          <p:nvPr/>
        </p:nvSpPr>
        <p:spPr>
          <a:xfrm>
            <a:off x="7999413" y="1113062"/>
            <a:ext cx="3543658" cy="32819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Notre moteur de croissance : la nourriture !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CD99166-95A9-46CE-EC07-2B99941EF35A}"/>
              </a:ext>
            </a:extLst>
          </p:cNvPr>
          <p:cNvSpPr txBox="1"/>
          <p:nvPr/>
        </p:nvSpPr>
        <p:spPr>
          <a:xfrm>
            <a:off x="8160773" y="4591665"/>
            <a:ext cx="3382298" cy="11501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b="0" i="0" kern="1200" cap="all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Graphique 12</a:t>
            </a:r>
          </a:p>
        </p:txBody>
      </p:sp>
      <p:pic>
        <p:nvPicPr>
          <p:cNvPr id="5" name="Image 4" descr="Une image contenant texte, capture d’écran, lign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F1EB78F2-95D9-9F01-DCDF-2FB22D989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587" y="1113063"/>
            <a:ext cx="5951259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17543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le d’ions">
  <a:themeElements>
    <a:clrScheme name="Salle d’ions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Salle d’ions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le d’ions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635</TotalTime>
  <Words>54</Words>
  <Application>Microsoft Macintosh PowerPoint</Application>
  <PresentationFormat>Grand écran</PresentationFormat>
  <Paragraphs>15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Century Gothic</vt:lpstr>
      <vt:lpstr>Wingdings 3</vt:lpstr>
      <vt:lpstr>Salle d’ions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Gwenaëlle Boussès</dc:creator>
  <cp:lastModifiedBy>Gwenaëlle Boussès</cp:lastModifiedBy>
  <cp:revision>7</cp:revision>
  <dcterms:created xsi:type="dcterms:W3CDTF">2025-10-22T15:11:09Z</dcterms:created>
  <dcterms:modified xsi:type="dcterms:W3CDTF">2025-11-02T07:02:18Z</dcterms:modified>
</cp:coreProperties>
</file>